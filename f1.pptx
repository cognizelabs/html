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828800" y="-1828800"/>
            <a:ext cx="21945600" cy="1394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DAG3rmuz_Hg</dc:identifier>
  <dcterms:modified xsi:type="dcterms:W3CDTF">2011-08-01T06:04:30Z</dcterms:modified>
  <cp:revision>1</cp:revision>
  <dc:title>Copy of AI Industry Trends 2026: Executive Infographic Slide Design</dc:title>
</cp:coreProperties>
</file>