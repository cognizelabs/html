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E1E"/>
                </a:solidFill>
              </a:defRPr>
            </a:pPr>
            <a:r>
              <a:t>LingoGen Platform – One‑Page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931920" cy="2377440"/>
          </a:xfrm>
          <a:prstGeom prst="rect">
            <a:avLst/>
          </a:prstGeom>
          <a:solidFill>
            <a:srgbClr val="E3EEFC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931920" cy="3556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Unified Agentic AI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67132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1671320"/>
            <a:ext cx="337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LangGraph orchestration for multi‑agent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95072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1950720"/>
            <a:ext cx="337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Reusable agent &amp; tool templates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3931920" cy="2377440"/>
          </a:xfrm>
          <a:prstGeom prst="rect">
            <a:avLst/>
          </a:prstGeom>
          <a:solidFill>
            <a:srgbClr val="E0F7F4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188720"/>
            <a:ext cx="3931920" cy="355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Developer Velocity &amp; Offline 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1880" y="167132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280" y="1671320"/>
            <a:ext cx="337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SDKs, CLI scaffolds &amp; hot‑reload dev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1880" y="195072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1280" y="1950720"/>
            <a:ext cx="337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Offline harness benchmarks RAG quality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3931920" cy="2377440"/>
          </a:xfrm>
          <a:prstGeom prst="rect">
            <a:avLst/>
          </a:prstGeom>
          <a:solidFill>
            <a:srgbClr val="FFF3E7"/>
          </a:solidFill>
          <a:ln w="1397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3931920" cy="355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Security, Governance &amp; AIRB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441452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" y="4414520"/>
            <a:ext cx="337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OIDC SSO, RBAC, DLP &amp; PII masking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469392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00" y="4693920"/>
            <a:ext cx="337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AIRB‑ready risk reports &amp; kill‑switches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931920"/>
            <a:ext cx="3931920" cy="2377440"/>
          </a:xfrm>
          <a:prstGeom prst="rect">
            <a:avLst/>
          </a:prstGeom>
          <a:solidFill>
            <a:srgbClr val="F3E8FD"/>
          </a:solidFill>
          <a:ln w="1397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3931920"/>
            <a:ext cx="3931920" cy="3556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Observability &amp; R&amp;D Collaboration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1880" y="441452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280" y="4414520"/>
            <a:ext cx="337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LingoScope traces, metrics &amp;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1880" y="469392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1280" y="4693920"/>
            <a:ext cx="337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MCP &amp; A2A research, cross‑team rollouts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