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2025 Self-Evaluation: Genoj Mathew – Sr. Director, AI/ML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 algn="l">
              <a:defRPr sz="1400">
                <a:latin typeface="Calibri"/>
              </a:defRPr>
            </a:pPr>
            <a:r>
              <a:t>• Lingo Core Foundation Leadership:</a:t>
            </a:r>
            <a:br/>
            <a:r>
              <a:t>  Led the Lingo Core and R&amp;D teams, delivering foundational capabilities that power all Lingo agents. Provided ongoing architectural guidance, technical mentorship, and governance alignment across AI/ML initiatives.</a:t>
            </a:r>
            <a:br/>
            <a:br/>
            <a:r>
              <a:t>• LingoScope Observability Platform:</a:t>
            </a:r>
            <a:br/>
            <a:r>
              <a:t>  Conceived, designed, and implemented the LingoScope observability framework enabling multi-agent monitoring, traceability, replay, and compliance visualization — laying the groundwork for enterprise-scale agent observability.</a:t>
            </a:r>
            <a:br/>
            <a:br/>
            <a:r>
              <a:t>• Enterprise Synergy &amp; Standards (OptumAI / MCP):</a:t>
            </a:r>
            <a:br/>
            <a:r>
              <a:t>  Partnered closely with OptumAI enterprise architecture teams to co-develop MCP specifications and agent registry standards, ensuring Lingo solutions are enterprise-grade, interoperable, and secure.</a:t>
            </a:r>
            <a:br/>
            <a:br/>
            <a:r>
              <a:t>• Cross-Team Leadership &amp; Delivery:</a:t>
            </a:r>
            <a:br/>
            <a:r>
              <a:t>  Provided strategic and technical leadership across solution architecture, data science, and automation initiatives — including SAL email automation, ensuring strong alignment with compliance and business outcomes.</a:t>
            </a:r>
            <a:br/>
            <a:br/>
            <a:r>
              <a:t>• Operational Excellence:</a:t>
            </a:r>
            <a:br/>
            <a:r>
              <a:t>  Maintained strong security posture, compliance alignment, and MBO score performance. Championed team cadence, collaboration, and innovation culture through mentorship and cross-functional enablement.</a:t>
            </a:r>
            <a:br/>
            <a:br/>
            <a:r>
              <a:t>“2025 was a pivotal year for establishing Lingo as a scalable enterprise AI framework. Through foundational architecture, observability, and cross-enterprise collaboration, I have positioned the platform — and our teams — for measurable impact in 2026 and beyond.”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