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ENI is Investing in Lingo AI Marketplace &amp;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First-mover advantage in Employer &amp; Individual (E&amp;I) space</a:t>
            </a:r>
          </a:p>
          <a:p>
            <a:r>
              <a:t>Marketplace enables agent discoverability across ENI use cases</a:t>
            </a:r>
          </a:p>
          <a:p>
            <a:r>
              <a:t>Registry ensures compliance, governance, and security at runtime</a:t>
            </a:r>
          </a:p>
          <a:p>
            <a:r>
              <a:t>Potential to reduce operational costs &amp; improve broker experience</a:t>
            </a:r>
          </a:p>
          <a:p>
            <a:r>
              <a:t>Supports scalability for multi-agent collaboration &amp; observability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How It Works – Architecture (Level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Lingo ADK + CI/CD pipeline → U-ACP Gateway → Registry</a:t>
            </a:r>
          </a:p>
          <a:p>
            <a:r>
              <a:t>Marketplace publishes approved Registry entries (catalog layer)</a:t>
            </a:r>
          </a:p>
          <a:p>
            <a:r>
              <a:t>Broker/Employer portal discovers and requests entitlements via Marketplace</a:t>
            </a:r>
          </a:p>
          <a:p>
            <a:r>
              <a:t>At runtime, Gateway validates JWTs, enforces policies, routes requests</a:t>
            </a:r>
          </a:p>
          <a:p>
            <a:r>
              <a:t>Agents collaborate (A2A) and integrate with scoped data connectors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Runtime Execution &amp;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Portal → Gateway → Registry verification → Agent execution</a:t>
            </a:r>
          </a:p>
          <a:p>
            <a:r>
              <a:t>Agents exchange data and collaborate under A2A protocol</a:t>
            </a:r>
          </a:p>
          <a:p>
            <a:r>
              <a:t>Registry ensures authoritative truth of agent identity &amp; keys</a:t>
            </a:r>
          </a:p>
          <a:p>
            <a:r>
              <a:t>Marketplace is not in runtime path – only for discovery</a:t>
            </a:r>
          </a:p>
          <a:p>
            <a:r>
              <a:t>LingoScope + Dynatrace Davis AI provide full observability:</a:t>
            </a:r>
          </a:p>
          <a:p>
            <a:r>
              <a:t>   – Traces, token usage, latency, hallucination monitoring</a:t>
            </a:r>
          </a:p>
          <a:p>
            <a:r>
              <a:t>   – Kill switch and rollback controls in place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