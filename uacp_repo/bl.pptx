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Lingo 2026 Backlog &amp; Research 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Marketplace • Collaboration • LingoScope • Compliance •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Marketplace Registry &amp; A2A/MCP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Marketplace registry expansion, A2A protocol maturity, MCP integration</a:t>
            </a:r>
          </a:p>
          <a:p>
            <a:pPr>
              <a:defRPr sz="1800"/>
            </a:pPr>
            <a:r>
              <a:t>Advantages: Easier onboarding, stronger governance, unified protocols</a:t>
            </a:r>
          </a:p>
          <a:p>
            <a:pPr>
              <a:defRPr sz="1800"/>
            </a:pPr>
            <a:r>
              <a:t>Challenges: Versioning, compatibility, distributed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UAS collaboration (MCP Gateway, schemas), personalization layer for adaptive experiences</a:t>
            </a:r>
          </a:p>
          <a:p>
            <a:pPr>
              <a:defRPr sz="1800"/>
            </a:pPr>
            <a:r>
              <a:t>Advantages: Enterprise alignment, contextual broker/member experience</a:t>
            </a:r>
          </a:p>
          <a:p>
            <a:pPr>
              <a:defRPr sz="1800"/>
            </a:pPr>
            <a:r>
              <a:t>Challenges: Timeline synchronization, balancing personalization with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LingoScope Observability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Kill switch, Replay, Backout mechanisms</a:t>
            </a:r>
          </a:p>
          <a:p>
            <a:pPr>
              <a:defRPr sz="1800"/>
            </a:pPr>
            <a:r>
              <a:t>Advantages: Faster incident response, resilience, compliance auditability</a:t>
            </a:r>
          </a:p>
          <a:p>
            <a:pPr>
              <a:defRPr sz="1800"/>
            </a:pPr>
            <a:r>
              <a:t>Challenges: Performance overhead, replay data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Safety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Initiatives: Compliance agenda (MLRB, red-teaming), safety monitoring, governance dashboard</a:t>
            </a:r>
          </a:p>
          <a:p>
            <a:pPr>
              <a:defRPr sz="1800"/>
            </a:pPr>
            <a:r>
              <a:t>Advantages: Enterprise-ready governance, risk reduction, trust building</a:t>
            </a:r>
          </a:p>
          <a:p>
            <a:pPr>
              <a:defRPr sz="1800"/>
            </a:pPr>
            <a:r>
              <a:t>Challenges: Evolving regulations, balancing strict controls with innovation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Innovation Agenda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Focus Areas: Fine-tuning SLMs, RFM (retrieval + fine-tuning + memory), Graph-based AI (KG, Y-Graph, GraphRAG)</a:t>
            </a:r>
          </a:p>
          <a:p>
            <a:pPr>
              <a:defRPr sz="1800"/>
            </a:pPr>
            <a:r>
              <a:t>Multi-agent simulation &amp; evaluation with LLM-as-Judge</a:t>
            </a:r>
          </a:p>
          <a:p>
            <a:pPr>
              <a:defRPr sz="1800"/>
            </a:pPr>
            <a:r>
              <a:t>Open personalization research with compliance-aware recommendations</a:t>
            </a:r>
          </a:p>
          <a:p>
            <a:pPr>
              <a:defRPr sz="1800"/>
            </a:pPr>
            <a:r>
              <a:t>Advantages: Innovation leadership, patents/publications, future-ready platform</a:t>
            </a:r>
          </a:p>
          <a:p>
            <a:pPr>
              <a:defRPr sz="1800"/>
            </a:pPr>
            <a:r>
              <a:t>Challenges: Research bandwidth, balancing experiments with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