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5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Manager Promotion Recommendation – Mohit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170432"/>
            <a:ext cx="5669280" cy="5120640"/>
          </a:xfrm>
          <a:prstGeom prst="roundRect">
            <a:avLst/>
          </a:prstGeom>
          <a:solidFill>
            <a:srgbClr val="C8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66928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43D"/>
                </a:solidFill>
              </a:rPr>
              <a:t>2025 YTD Performance Highlights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170432"/>
            <a:ext cx="2560320" cy="5120640"/>
          </a:xfrm>
          <a:prstGeom prst="roundRect">
            <a:avLst/>
          </a:prstGeom>
          <a:solidFill>
            <a:srgbClr val="C8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256032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43D"/>
                </a:solidFill>
              </a:rPr>
              <a:t>Profile 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52120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243D"/>
                </a:solidFill>
              </a:defRPr>
            </a:pPr>
            <a:r>
              <a:t>• Led Authorization Agent and LangGraph checkpoint migration to PostgreSQL; improved stability and scalability.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Enhanced memory management and lifecycle compliance across agents; reduced incidents and latency.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Drove core LangGraph component and system‑level AI integration with secure, scalable design.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Mentored engineers; set the hiring bar via interviews and AI Dojo; high‑quality code reviews.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Advanced token‑based authentication and cloud‑native adoption; contributed to executive‑level planning.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Accelerated delivery with GitHub Copilot and best‑practice workflows; fostered continuous improvement.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Grade: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47088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Total Span of Control: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31136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2024 Rating: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15184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Duration in Salary Date: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9923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2025 Mid‑Year Rating: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83280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Career Action: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767328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Retention Risk: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151376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Talent Category: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535424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AI Role: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5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Manager Promotion Recommendation – Aarti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170432"/>
            <a:ext cx="5669280" cy="5120640"/>
          </a:xfrm>
          <a:prstGeom prst="roundRect">
            <a:avLst/>
          </a:prstGeom>
          <a:solidFill>
            <a:srgbClr val="C8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66928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43D"/>
                </a:solidFill>
              </a:rPr>
              <a:t>2025 YTD Performance Highlights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170432"/>
            <a:ext cx="2560320" cy="5120640"/>
          </a:xfrm>
          <a:prstGeom prst="roundRect">
            <a:avLst/>
          </a:prstGeom>
          <a:solidFill>
            <a:srgbClr val="C8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256032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43D"/>
                </a:solidFill>
              </a:rPr>
              <a:t>Profile 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52120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243D"/>
                </a:solidFill>
              </a:defRPr>
            </a:pPr>
            <a:r>
              <a:t>• Implemented Kafka‑based logging for real‑time, scalable observability across Lingo services.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Completed AI Dojo Trailblazers, Oracle Cloud AI Foundations, GenAI Vector Search, and Simulation AI certifications.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Championed field‑level encryption, data redaction, and network security for PHI/PII protection.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Led AI adoption through hackathons and vibe‑coding; increased cross‑functional impact.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Drove AI‑assisted development (GitHub Copilot) to improve feature throughput and code quality.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Built observability‑driven infrastructure optimizations; improved reliability and supportability.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Grade: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47088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Total Span of Control: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31136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2024 Rating: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15184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Duration in Salary Date: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9923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2025 Mid‑Year Rating: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83280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Career Action: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767328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Retention Risk: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151376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Talent Category: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535424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AI Role: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5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Manager Promotion Recommendation – Anand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170432"/>
            <a:ext cx="5669280" cy="5120640"/>
          </a:xfrm>
          <a:prstGeom prst="roundRect">
            <a:avLst/>
          </a:prstGeom>
          <a:solidFill>
            <a:srgbClr val="C8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66928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43D"/>
                </a:solidFill>
              </a:rPr>
              <a:t>2025 YTD Performance Highlights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170432"/>
            <a:ext cx="2560320" cy="5120640"/>
          </a:xfrm>
          <a:prstGeom prst="roundRect">
            <a:avLst/>
          </a:prstGeom>
          <a:solidFill>
            <a:srgbClr val="C8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256032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43D"/>
                </a:solidFill>
              </a:rPr>
              <a:t>Profile 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52120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243D"/>
                </a:solidFill>
              </a:defRPr>
            </a:pPr>
            <a:r>
              <a:t>• Delivered production email automation—intent recognition, routing, and case assignment to the right groups.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Built agent dashboard and AI‑assist workflow for multi‑agent email processing; streamlined operations.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Shipped Agentic Dashboard POC integrating MCP/A2A, agent security, and 360° observability.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Deployed NGINX application with elevated security, secured JWT, and user caching; hardened posture.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Maintained ≥90% security vulnerability score; team MBOs on track and meeting expectations.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Promoted reusable components and automated workflows; leveraged GitHub/Microsoft Copilot to boost throughput.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Grade: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47088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Total Span of Control: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31136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2024 Rating: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15184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Duration in Salary Date: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9923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2025 Mid‑Year Rating: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83280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Career Action: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767328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Retention Risk: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151376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Talent Category: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535424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AI Role: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