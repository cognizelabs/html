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Top Performer Recognition – Achint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Leads AML research team; driving innovation and progress in AI development within LingoAI.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Developed A2MCP and agent registry using web coding; applied cutting-edge technologies.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Created registration site for hackathon event with Copilot coding; delivered quick functional solutions.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Conducts weekly office hours for Lingo team; facilitates collaboration and knowledge sharing.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Actively participates in executive-level meetings; showcases work and gains senior leader feedback.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Promotes efficiency through web and Copilot coding; accelerates AI solution development.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Strong leadership in AML R&amp;D; facilitates collaboration sessions and team alignment.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Excels in CI/CD automation, cloud deployment, and workflow automation; supports cross-teams.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Consistently achieves MBO scores above 90–95%; delivers on goals with high standards.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Highly engaged, open for discussion, and deeply understands the AI/AML 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Role: </a:t>
            </a:r>
            <a:r>
              <a:rPr sz="1400">
                <a:solidFill>
                  <a:srgbClr val="787878"/>
                </a:solidFill>
              </a:rPr>
              <a:t>Top Performer – Manager, AML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Development: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