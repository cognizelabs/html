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Top Performer Recognition – Jack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170432"/>
            <a:ext cx="5669280" cy="5120640"/>
          </a:xfrm>
          <a:prstGeom prst="roundRect">
            <a:avLst/>
          </a:prstGeom>
          <a:solidFill>
            <a:srgbClr val="C8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6692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43D"/>
                </a:solidFill>
              </a:rPr>
              <a:t>2025 YTD Performance Highlights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170432"/>
            <a:ext cx="2560320" cy="5120640"/>
          </a:xfrm>
          <a:prstGeom prst="roundRect">
            <a:avLst/>
          </a:prstGeom>
          <a:solidFill>
            <a:srgbClr val="C8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56032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243D"/>
                </a:solidFill>
              </a:rPr>
              <a:t>Profile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2120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243D"/>
                </a:solidFill>
              </a:defRPr>
            </a:pPr>
            <a:r>
              <a:t>• Leveraging GitHub Copilot to enhance development efficiency and productivity.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Completed Dojo AI training; exploring active AI Builder opportunities.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Providing architecture for BME Mobile and BME3 platforms with secure cloud deployment.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Expertise in Microsoft Azure, Google Cloud; ensuring security for AI-related projects.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Key contributor to Lingo Core security and user profile integration.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Crucial player in BME Mobile app release; providing production support and fixes.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Managing solution architect and AI engineer; ensuring collaboration and knowledge sharing.</a:t>
            </a:r>
          </a:p>
          <a:p>
            <a:pPr>
              <a:defRPr sz="1400">
                <a:solidFill>
                  <a:srgbClr val="14243D"/>
                </a:solidFill>
              </a:defRPr>
            </a:pPr>
            <a:r>
              <a:t>• Stays current with AI/Cloud advancements; applying best practices effectively.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Grade: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47088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Role: </a:t>
            </a:r>
            <a:r>
              <a:rPr sz="1400">
                <a:solidFill>
                  <a:srgbClr val="787878"/>
                </a:solidFill>
              </a:rPr>
              <a:t>Top Performer – AI/Cloud 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3113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Span of Control: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15184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Career Development: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9923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14243D"/>
                </a:solidFill>
              </a:rPr>
              <a:t>Retention Risk: </a:t>
            </a:r>
            <a:r>
              <a:rPr sz="1400">
                <a:solidFill>
                  <a:srgbClr val="787878"/>
                </a:solidFill>
              </a:rPr>
              <a:t>[Placeholder]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