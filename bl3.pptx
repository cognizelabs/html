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Lingo 2026 Backlog &amp; Research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Marketplace • Collaboration • LingoScope • Compliance •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 Registry &amp; A2A/MCP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Marketplace registry expansion, A2A protocol maturity, MCP integration</a:t>
            </a:r>
          </a:p>
          <a:p>
            <a:pPr>
              <a:defRPr sz="1800"/>
            </a:pPr>
            <a:r>
              <a:t>Advantages: Easier onboarding, stronger governance, unified protocols</a:t>
            </a:r>
          </a:p>
          <a:p>
            <a:pPr>
              <a:defRPr sz="1800"/>
            </a:pPr>
            <a:r>
              <a:t>Challenges: Versioning, compatibility, distributed security</a:t>
            </a:r>
          </a:p>
          <a:p>
            <a:pPr>
              <a:defRPr sz="1800"/>
            </a:pPr>
            <a:r>
              <a:t>Timeline (2026): Q1–Q2 MVP registry + MCP; Q3–Q4 enterprise rollout</a:t>
            </a:r>
          </a:p>
          <a:p>
            <a:pPr>
              <a:defRPr sz="1800"/>
            </a:pPr>
            <a:r>
              <a:t>ROI: 15–20% faster agent onboarding; reduced duplication across business 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UAS collaboration (MCP Gateway, schemas, agent metacards)</a:t>
            </a:r>
          </a:p>
          <a:p>
            <a:pPr>
              <a:defRPr sz="1800"/>
            </a:pPr>
            <a:r>
              <a:t>Personalization Layer: adaptive suggestions based on broker/employer/member activity</a:t>
            </a:r>
          </a:p>
          <a:p>
            <a:pPr>
              <a:defRPr sz="1800"/>
            </a:pPr>
            <a:r>
              <a:t>New Personalization Agent: engages users in a personalized, context-aware manner</a:t>
            </a:r>
          </a:p>
          <a:p>
            <a:pPr>
              <a:defRPr sz="1800"/>
            </a:pPr>
            <a:r>
              <a:t>Advantages: Enterprise alignment, contextual broker/member experience</a:t>
            </a:r>
          </a:p>
          <a:p>
            <a:pPr>
              <a:defRPr sz="1800"/>
            </a:pPr>
            <a:r>
              <a:t>Challenges: Timeline synchronization, balancing personalization with compliance</a:t>
            </a:r>
          </a:p>
          <a:p>
            <a:pPr>
              <a:defRPr sz="1800"/>
            </a:pPr>
            <a:r>
              <a:t>Timeline (2026): Q2 pilot; Q3 rollout for brokers/employers; Q4 member-focused expansion</a:t>
            </a:r>
          </a:p>
          <a:p>
            <a:pPr>
              <a:defRPr sz="1800"/>
            </a:pPr>
            <a:r>
              <a:t>ROI: 10–15% reduction in broker/member support costs; higher engagement in portals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LingoScope Observability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Kill switch, Replay, Backout mechanisms</a:t>
            </a:r>
          </a:p>
          <a:p>
            <a:pPr>
              <a:defRPr sz="1800"/>
            </a:pPr>
            <a:r>
              <a:t>Advantages: Faster incident response, resilience, compliance auditability</a:t>
            </a:r>
          </a:p>
          <a:p>
            <a:pPr>
              <a:defRPr sz="1800"/>
            </a:pPr>
            <a:r>
              <a:t>Challenges: Performance overhead, replay data management</a:t>
            </a:r>
          </a:p>
          <a:p>
            <a:pPr>
              <a:defRPr sz="1800"/>
            </a:pPr>
            <a:r>
              <a:t>Timeline (2026): Q1 Kill Switch; Q2 Replay pilot; Q3–Q4 Replay+Backout GA</a:t>
            </a:r>
          </a:p>
          <a:p>
            <a:pPr>
              <a:defRPr sz="1800"/>
            </a:pPr>
            <a:r>
              <a:t>ROI: ~30% faster incident recovery; risk avoidance valued at $2–3M/year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Safety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Compliance agenda (MLRB, red-teaming, evaluation), safety monitoring, governance dashboard</a:t>
            </a:r>
          </a:p>
          <a:p>
            <a:pPr>
              <a:defRPr sz="1800"/>
            </a:pPr>
            <a:r>
              <a:t>New Compliance Agent: validates responses for toxicity, offensive language, and ensures compliance before delivery</a:t>
            </a:r>
          </a:p>
          <a:p>
            <a:pPr>
              <a:defRPr sz="1800"/>
            </a:pPr>
            <a:r>
              <a:t>Advantages: Enterprise-ready governance, reduced regulatory risk, builds trust</a:t>
            </a:r>
          </a:p>
          <a:p>
            <a:pPr>
              <a:defRPr sz="1800"/>
            </a:pPr>
            <a:r>
              <a:t>Challenges: Evolving regulations, balancing strict controls with innovation speed</a:t>
            </a:r>
          </a:p>
          <a:p>
            <a:pPr>
              <a:defRPr sz="1800"/>
            </a:pPr>
            <a:r>
              <a:t>Timeline (2026): Q1 Compliance Agent pilot; Q2–Q3 scale; Q4 Governance Dashboard integration</a:t>
            </a:r>
          </a:p>
          <a:p>
            <a:pPr>
              <a:defRPr sz="1800"/>
            </a:pPr>
            <a:r>
              <a:t>ROI: Avoided compliance penalties (material in healthcare); reputational trust gains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Innovation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Focus Areas: Fine-tuning SLMs, RFM (Relational Foundational Models), Graph-based AI (KG, Y-Graph, GraphRAG)</a:t>
            </a:r>
          </a:p>
          <a:p>
            <a:pPr>
              <a:defRPr sz="1800"/>
            </a:pPr>
            <a:r>
              <a:t>Multi-agent simulation &amp; evaluation with LLM-as-Judge</a:t>
            </a:r>
          </a:p>
          <a:p>
            <a:pPr>
              <a:defRPr sz="1800"/>
            </a:pPr>
            <a:r>
              <a:t>Open personalization research with compliance-aware recommendations</a:t>
            </a:r>
          </a:p>
          <a:p>
            <a:pPr>
              <a:defRPr sz="1800"/>
            </a:pPr>
            <a:r>
              <a:t>Advantages: Innovation leadership, patents/publications, future-ready platform</a:t>
            </a:r>
          </a:p>
          <a:p>
            <a:pPr>
              <a:defRPr sz="1800"/>
            </a:pPr>
            <a:r>
              <a:t>Challenges: Research bandwidth, balancing experiments with production</a:t>
            </a:r>
          </a:p>
          <a:p>
            <a:pPr>
              <a:defRPr sz="1800"/>
            </a:pPr>
            <a:r>
              <a:t>Timeline (2026): Quarterly research sprints; interim findings every quarter</a:t>
            </a:r>
          </a:p>
          <a:p>
            <a:pPr>
              <a:defRPr sz="1800"/>
            </a:pPr>
            <a:r>
              <a:t>ROI: Pipeline of potential IP (patents/publications); long-term innovation positioning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AI Data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Centralized AI data lakehouse; knowledge graphs, vector search, multimodal storage; canonical schemas</a:t>
            </a:r>
          </a:p>
          <a:p>
            <a:pPr>
              <a:defRPr sz="1800"/>
            </a:pPr>
            <a:r>
              <a:t>Advantages: Unified semantic layer; simplifies ingestion &amp; discovery; supports RAG, personalization, compliance</a:t>
            </a:r>
          </a:p>
          <a:p>
            <a:pPr>
              <a:defRPr sz="1800"/>
            </a:pPr>
            <a:r>
              <a:t>Challenges: Complexity of graph+vector+lakehouse integration; storage/cost growth; cross-team alignment</a:t>
            </a:r>
          </a:p>
          <a:p>
            <a:pPr>
              <a:defRPr sz="1800"/>
            </a:pPr>
            <a:r>
              <a:t>Timeline (2026): Q2 Bronze/silver zones; Q3 Graph+Vector integration; Q4 Multimodal + hybrid search</a:t>
            </a:r>
          </a:p>
          <a:p>
            <a:pPr>
              <a:defRPr sz="1800"/>
            </a:pPr>
            <a:r>
              <a:t>ROI: 20–25% reduction in duplicated data engineering; efficiency in RAG/personalization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Migration (Azure)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Migrate AI agents &amp; LingoScope to Azure Cloud; standardize on AKS, CosmosDB/Vector, Azure OpenAI, EventHub</a:t>
            </a:r>
          </a:p>
          <a:p>
            <a:pPr>
              <a:defRPr sz="1800"/>
            </a:pPr>
            <a:r>
              <a:t>Advantages: Scalability, resiliency, cost optimization; enterprise alignment with cloud-first strategy</a:t>
            </a:r>
          </a:p>
          <a:p>
            <a:pPr>
              <a:defRPr sz="1800"/>
            </a:pPr>
            <a:r>
              <a:t>Challenges: Migration complexity (data, agents, pipelines); maintaining uptime and compliance during transition</a:t>
            </a:r>
          </a:p>
          <a:p>
            <a:pPr>
              <a:defRPr sz="1800"/>
            </a:pPr>
            <a:r>
              <a:t>Timeline (2026): Q1 plan/agent migration; Q2 core services; Q3 LingoScope migration; Q4 optimization &amp; SLA validation</a:t>
            </a:r>
          </a:p>
          <a:p>
            <a:pPr>
              <a:defRPr sz="1800"/>
            </a:pPr>
            <a:r>
              <a:t>ROI: 15–20% infra savings vs on-prem; scalability benefits; alignment with enterprise Azure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ROI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Marketplace Registry &amp; MCP: Q1–Q2 MVP, Q3–Q4 rollout | ROI: 15–20% faster onboarding</a:t>
            </a:r>
          </a:p>
          <a:p>
            <a:pPr>
              <a:defRPr sz="1800"/>
            </a:pPr>
            <a:r>
              <a:t>Collaboration &amp; Personalization: Q2 pilot, Q3–Q4 rollout | ROI: 10–15% lower support costs</a:t>
            </a:r>
          </a:p>
          <a:p>
            <a:pPr>
              <a:defRPr sz="1800"/>
            </a:pPr>
            <a:r>
              <a:t>LingoScope: Q1 Kill Switch, Q2 Replay, Q3–Q4 Backout | ROI: $2–3M/yr risk avoidance</a:t>
            </a:r>
          </a:p>
          <a:p>
            <a:pPr>
              <a:defRPr sz="1800"/>
            </a:pPr>
            <a:r>
              <a:t>Compliance &amp; Safety: Q1 pilot, Q2–Q3 scale, Q4 dashboard | ROI: Compliance protection &amp; trust</a:t>
            </a:r>
          </a:p>
          <a:p>
            <a:pPr>
              <a:defRPr sz="1800"/>
            </a:pPr>
            <a:r>
              <a:t>Research &amp; Innovation: Quarterly sprints | ROI: IP pipeline, innovation positioning</a:t>
            </a:r>
          </a:p>
          <a:p>
            <a:pPr>
              <a:defRPr sz="1800"/>
            </a:pPr>
            <a:r>
              <a:t>Unified Data Lakehouse: Q2 bronze/silver, Q3 graph/vector, Q4 multimodal | ROI: 20–25% engineering efficiency</a:t>
            </a:r>
          </a:p>
          <a:p>
            <a:pPr>
              <a:defRPr sz="1800"/>
            </a:pPr>
            <a:r>
              <a:t>Cloud Migration: Q1–Q4 phased migration | ROI: 15–20% infra savings, scalability benefits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