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Multi‑Agent Architecture</a:t>
            </a:r>
          </a:p>
          <a:p>
            <a:pPr lvl="1">
              <a:defRPr sz="1200"/>
            </a:pPr>
            <a:r>
              <a:t>LangGraph mesh orchestrates specialized agents</a:t>
            </a:r>
          </a:p>
          <a:p>
            <a:pPr lvl="1">
              <a:defRPr sz="1200"/>
            </a:pPr>
            <a:r>
              <a:t>Unified SDK scaffolds new agents in minutes</a:t>
            </a:r>
          </a:p>
          <a:p>
            <a:pPr lvl="1">
              <a:defRPr sz="1200"/>
            </a:pPr>
            <a:r>
              <a:t>gRPC/MCP/A2A keep ecosystem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7720" y="2743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Engineering Velocity</a:t>
            </a:r>
          </a:p>
          <a:p>
            <a:pPr lvl="1">
              <a:defRPr sz="1200"/>
            </a:pPr>
            <a:r>
              <a:t>Shared prompts, container templates, and tool adapters</a:t>
            </a:r>
          </a:p>
          <a:p>
            <a:pPr lvl="1">
              <a:defRPr sz="1200"/>
            </a:pPr>
            <a:r>
              <a:t>Time‑to‑production down from months to days</a:t>
            </a:r>
          </a:p>
          <a:p>
            <a:pPr lvl="1">
              <a:defRPr sz="1200"/>
            </a:pPr>
            <a:r>
              <a:t>60+ engineers upskilled through AI workshops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889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Trust &amp; Governance</a:t>
            </a:r>
          </a:p>
          <a:p>
            <a:pPr lvl="1">
              <a:defRPr sz="1200"/>
            </a:pPr>
            <a:r>
              <a:t>ABAC + OIDC authentication baked in</a:t>
            </a:r>
          </a:p>
          <a:p>
            <a:pPr lvl="1">
              <a:defRPr sz="1200"/>
            </a:pPr>
            <a:r>
              <a:t>Observability via OpenTelemetry → Dynatrace</a:t>
            </a:r>
          </a:p>
          <a:p>
            <a:pPr lvl="1">
              <a:defRPr sz="1200"/>
            </a:pPr>
            <a:r>
              <a:t>Model cards &amp; never‑event tests ensure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7720" y="27889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Business Impact</a:t>
            </a:r>
          </a:p>
          <a:p>
            <a:pPr lvl="1">
              <a:defRPr sz="1200"/>
            </a:pPr>
            <a:r>
              <a:t>40 % faster broker quoting</a:t>
            </a:r>
          </a:p>
          <a:p>
            <a:pPr lvl="1">
              <a:defRPr sz="1200"/>
            </a:pPr>
            <a:r>
              <a:t>&gt;90 % answer accuracy</a:t>
            </a:r>
          </a:p>
          <a:p>
            <a:pPr lvl="1">
              <a:defRPr sz="1200"/>
            </a:pPr>
            <a:r>
              <a:t>$20 M five‑year ROI, lower support costs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