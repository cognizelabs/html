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Chat vs Copilot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Copilot Chat (Speed) vs Copilot Notebook (Strategic Depth)</a:t>
            </a:r>
          </a:p>
          <a:p/>
          <a:p/>
          <a:p>
            <a:pPr lvl="1"/>
            <a:r>
              <a:t>Copilot Chat: Quick answers, summaries, drafting, everyday productivity.</a:t>
            </a:r>
          </a:p>
          <a:p>
            <a:pPr lvl="1"/>
            <a:r>
              <a:t>Copilot Notebook: Deep research, multi-document reasoning, reusable insight spaces.</a:t>
            </a:r>
          </a:p>
          <a:p>
            <a:pPr lvl="1"/>
            <a:r>
              <a:t>Chat = Move Faster. Notebook = Think Deeper.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Demonstrated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Competitive Intelligence (Aetna vs Humana) → Instant Battle Cards</a:t>
            </a:r>
          </a:p>
          <a:p>
            <a:pPr lvl="1"/>
            <a:r>
              <a:t>Employer Market Strategy → Campaign Message Themes</a:t>
            </a:r>
          </a:p>
          <a:p>
            <a:pPr lvl="1"/>
            <a:r>
              <a:t>Leadership Briefing Prep → Executive Summary Automation</a:t>
            </a:r>
          </a:p>
          <a:p>
            <a:pPr lvl="1"/>
            <a:r>
              <a:t>Candidate Screening → Faster Talent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Copilot elevates leadership decision-making:</a:t>
            </a:r>
          </a:p>
          <a:p/>
          <a:p>
            <a:pPr lvl="1"/>
            <a:r>
              <a:t>Chat accelerates daily tasks.</a:t>
            </a:r>
            <a:br/>
            <a:r>
              <a:t>Notebook accelerates clarity &amp; strategic thinking.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