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2041"/>
                </a:solidFill>
                <a:latin typeface="Calibri"/>
                <a:ea typeface="Calibri"/>
                <a:cs typeface="Calibri"/>
                <a:sym typeface="Calibri"/>
              </a:rPr>
              <a:t>LingoGen Platform – Accelerating Agentic AI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0" y="1097280"/>
            <a:ext cx="9144000" cy="1417320"/>
          </a:xfrm>
          <a:prstGeom prst="rect">
            <a:avLst/>
          </a:prstGeom>
          <a:solidFill>
            <a:srgbClr val="E3EE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65760" y="1173480"/>
            <a:ext cx="2194560" cy="381000"/>
          </a:xfrm>
          <a:prstGeom prst="roundRect">
            <a:avLst>
              <a:gd fmla="val 16667" name="adj"/>
            </a:avLst>
          </a:prstGeom>
          <a:solidFill>
            <a:srgbClr val="0B3D9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Agentic Fabric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34640" y="157988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14040" y="15798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Multi‑agent orchestration (LangGraph)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06440" y="157988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85840" y="15798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Tool registry &amp; versioning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834640" y="185928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114040" y="18592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Zero‑code agent templates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806440" y="185928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85840" y="18592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Conversation memory adapters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834640" y="213868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114040" y="21386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Language‑agnostic API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0" y="2606040"/>
            <a:ext cx="9144000" cy="1417320"/>
          </a:xfrm>
          <a:prstGeom prst="rect">
            <a:avLst/>
          </a:prstGeom>
          <a:solidFill>
            <a:srgbClr val="E0F7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365760" y="2682240"/>
            <a:ext cx="2194560" cy="381000"/>
          </a:xfrm>
          <a:prstGeom prst="roundRect">
            <a:avLst>
              <a:gd fmla="val 16667" name="adj"/>
            </a:avLst>
          </a:prstGeom>
          <a:solidFill>
            <a:srgbClr val="00808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 Velocity &amp; Offline Eval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2834640" y="308864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114040" y="308864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Python / TS SDKs &amp; notebooks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5806440" y="308864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085840" y="308864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CLI scaffolds &amp; live‑reload server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2834640" y="336804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114040" y="336804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Offline RAG eval: latency &amp; quality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806440" y="336804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085840" y="336804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Synthetic load generator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834640" y="364744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3114040" y="364744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CI/CD blueprints (GH, Azure)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0" y="4114800"/>
            <a:ext cx="9144000" cy="1417320"/>
          </a:xfrm>
          <a:prstGeom prst="rect">
            <a:avLst/>
          </a:prstGeom>
          <a:solidFill>
            <a:srgbClr val="FFF3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365760" y="4191000"/>
            <a:ext cx="2194560" cy="381000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Security, Governance &amp; AIRB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834640" y="459740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114040" y="45974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OIDC SSO, RBAC &amp; ABAC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5806440" y="459740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🕵️‍♂️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6085840" y="45974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DLP, PII masking, redaction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2834640" y="487680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🧯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3114040" y="48768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Per‑agent kill‑switches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806440" y="487680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085840" y="48768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Secrets vault &amp; key rotation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2834640" y="515620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📑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114040" y="51562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AIRB evidence &amp; risk score</a:t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0" y="5623560"/>
            <a:ext cx="9144000" cy="1417320"/>
          </a:xfrm>
          <a:prstGeom prst="rect">
            <a:avLst/>
          </a:prstGeom>
          <a:solidFill>
            <a:srgbClr val="F3E8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365760" y="5699760"/>
            <a:ext cx="2194560" cy="381000"/>
          </a:xfrm>
          <a:prstGeom prst="roundRect">
            <a:avLst>
              <a:gd fmla="val 16667" name="adj"/>
            </a:avLst>
          </a:prstGeom>
          <a:solidFill>
            <a:srgbClr val="6A0DA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&amp; R&amp;D Collaboration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2834640" y="610616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3114040" y="610616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LingoScope dashboards &amp; heatmaps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5806440" y="610616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6085840" y="610616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Dynatrace &amp; OTEL hooks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2834640" y="638556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👍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3114040" y="638556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User feedback capture &amp; analysis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5806440" y="638556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6085840" y="638556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MCP &amp; A2A protocol prototypes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2834640" y="6664960"/>
            <a:ext cx="17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3114040" y="666496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Cross‑team guild demos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