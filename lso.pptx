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LingoAI Security: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Handles PII &amp; financial data for brokers, employers, members</a:t>
            </a:r>
          </a:p>
          <a:p>
            <a:pPr>
              <a:defRPr sz="1600"/>
            </a:pPr>
            <a:r>
              <a:t>Multiple personas → broad attack surface</a:t>
            </a:r>
          </a:p>
          <a:p>
            <a:pPr>
              <a:defRPr sz="1600"/>
            </a:pPr>
            <a:r>
              <a:t>Goal: Zero‑Trust AI (authentication, authorization, observability)</a:t>
            </a:r>
          </a:p>
          <a:p>
            <a:pPr>
              <a:defRPr sz="1600"/>
            </a:pPr>
            <a:r>
              <a:t>Aligned with OWASP LLM Top 10, NIST AI RMF, HIPAA &amp; SOC 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Defense‑in‑Depth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OIDC Gateway → identity + MFA</a:t>
            </a:r>
          </a:p>
          <a:p>
            <a:pPr>
              <a:defRPr sz="1600"/>
            </a:pPr>
            <a:r>
              <a:t>2. Red‑Teaming Filter → prompt‑injection defense</a:t>
            </a:r>
          </a:p>
          <a:p>
            <a:pPr>
              <a:defRPr sz="1600"/>
            </a:pPr>
            <a:r>
              <a:t>3. Intent‑to‑Capability Mapper</a:t>
            </a:r>
          </a:p>
          <a:p>
            <a:pPr>
              <a:defRPr sz="1600"/>
            </a:pPr>
            <a:r>
              <a:t>4. RBAC &amp; Entity Check</a:t>
            </a:r>
          </a:p>
          <a:p>
            <a:pPr>
              <a:defRPr sz="1600"/>
            </a:pPr>
            <a:r>
              <a:t>5. Agent‑Level Re‑auth</a:t>
            </a:r>
          </a:p>
          <a:p>
            <a:pPr>
              <a:defRPr sz="1600"/>
            </a:pPr>
            <a:r>
              <a:t>6. Schema‑Validated Output (Pydantic JSON)</a:t>
            </a:r>
          </a:p>
          <a:p>
            <a:pPr>
              <a:defRPr sz="1600"/>
            </a:pPr>
            <a:r>
              <a:t>7. Encrypted data paths + full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Gaps &amp; Recommended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Privacy‑by‑design: tokenize PII before model prompt</a:t>
            </a:r>
          </a:p>
          <a:p>
            <a:pPr>
              <a:defRPr sz="1600"/>
            </a:pPr>
            <a:r>
              <a:t>Automated DLP scan on LLM output</a:t>
            </a:r>
          </a:p>
          <a:p>
            <a:pPr>
              <a:defRPr sz="1600"/>
            </a:pPr>
            <a:r>
              <a:t>Agent sandboxing &amp; cost guardrails</a:t>
            </a:r>
          </a:p>
          <a:p>
            <a:pPr>
              <a:defRPr sz="1600"/>
            </a:pPr>
            <a:r>
              <a:t>Continuous Red‑Team‑as‑a‑Service</a:t>
            </a:r>
          </a:p>
          <a:p>
            <a:pPr>
              <a:defRPr sz="1600"/>
            </a:pPr>
            <a:r>
              <a:t>RegOps automation to map controls → HIPAA / SOC 2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End‑to‑end trace ID for every request</a:t>
            </a:r>
          </a:p>
          <a:p>
            <a:pPr>
              <a:defRPr sz="1600"/>
            </a:pPr>
            <a:r>
              <a:t>Real‑time alerts on abnormal access or schema failures</a:t>
            </a:r>
          </a:p>
          <a:p>
            <a:pPr>
              <a:defRPr sz="1600"/>
            </a:pPr>
            <a:r>
              <a:t>Explain‑back UI for admins (who/what/why)</a:t>
            </a:r>
          </a:p>
          <a:p>
            <a:pPr>
              <a:defRPr sz="1600"/>
            </a:pPr>
            <a:r>
              <a:t>Incident runbooks &amp; per‑agent kill switch</a:t>
            </a:r>
          </a:p>
          <a:p>
            <a:pPr>
              <a:defRPr sz="1600"/>
            </a:pPr>
            <a:r>
              <a:t>Next‑90‑day roadmap: DLP, sandbox rollout, tabletop drills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