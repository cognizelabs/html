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LingoAI Platform: Accelerating Agent Development &amp;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Unified developer portal for seamless agent onboarding &amp; hosting</a:t>
            </a:r>
          </a:p>
          <a:p>
            <a:pPr>
              <a:defRPr sz="2000"/>
            </a:pPr>
            <a:r>
              <a:t>Native LangGraph/LangChain + Python support for agent logic</a:t>
            </a:r>
          </a:p>
          <a:p>
            <a:pPr>
              <a:defRPr sz="2000"/>
            </a:pPr>
            <a:r>
              <a:t>SDKs, CLI, and offline evaluation harness for rapid iterations</a:t>
            </a:r>
          </a:p>
          <a:p>
            <a:pPr>
              <a:defRPr sz="2000"/>
            </a:pPr>
            <a:r>
              <a:t>Pre‑built UI templates for chat interfaces and demos</a:t>
            </a:r>
          </a:p>
          <a:p>
            <a:pPr>
              <a:defRPr sz="2000"/>
            </a:pPr>
            <a:r>
              <a:t>Secure runtime &amp; CI/CD pipeline (RBAC, OIDC, encryption) to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Today (July 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✅ Surest Q&amp;A Agent – Production (May 2025)</a:t>
            </a:r>
          </a:p>
          <a:p>
            <a:pPr>
              <a:defRPr sz="2000"/>
            </a:pPr>
            <a:r>
              <a:t>🚧 Membership Enrollment Agent – Targeting Aug 2025 launch</a:t>
            </a:r>
          </a:p>
          <a:p>
            <a:pPr>
              <a:defRPr sz="2000"/>
            </a:pPr>
            <a:r>
              <a:t>🔄 Swarm‑of‑Agents Workflow (RBAC, authz) – Beta, GA Sept 2025</a:t>
            </a:r>
          </a:p>
          <a:p>
            <a:pPr>
              <a:defRPr sz="2000"/>
            </a:pPr>
            <a:r>
              <a:t>Security baked‑in: red teaming harness &amp; API allow‑list</a:t>
            </a:r>
          </a:p>
          <a:p>
            <a:pPr>
              <a:defRPr sz="2000"/>
            </a:pPr>
            <a:r>
              <a:t>Strict intent mapping + Pydantic validation; OpenAI temp ≤0.3, p‑value 0.95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on the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Optum AI Catalog integration – publish agents &amp; reusable libraries</a:t>
            </a:r>
          </a:p>
          <a:p>
            <a:pPr>
              <a:defRPr sz="2000"/>
            </a:pPr>
            <a:r>
              <a:t>Unified A2A • MCP protocol for cross‑enterprise interoperability</a:t>
            </a:r>
          </a:p>
          <a:p>
            <a:pPr>
              <a:defRPr sz="2000"/>
            </a:pPr>
            <a:r>
              <a:t>LingoScope observability – full telemetry &amp; accuracy scoring</a:t>
            </a:r>
          </a:p>
          <a:p>
            <a:pPr>
              <a:defRPr sz="2000"/>
            </a:pPr>
            <a:r>
              <a:t>Developer experience upgrades: SDK v2, workflow templates</a:t>
            </a:r>
          </a:p>
          <a:p>
            <a:pPr>
              <a:defRPr sz="2000"/>
            </a:pPr>
            <a:r>
              <a:t>Continuous feedback loops: user ratings → agent fine‑tuning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